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10000"/>
          </a:xfrm>
          <a:prstGeom prst="rect">
            <a:avLst/>
          </a:prstGeom>
        </p:spPr>
      </p:pic>
      <p:pic>
        <p:nvPicPr>
          <p:cNvPr id="3" name="Image 1" descr="https://picture-search.skywork.ai/aippt/image/sheet/5f58ca65658e982d99be64e0fdcf42a6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810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3810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95600"/>
            <a:ext cx="12192000" cy="914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0"/>
            <a:ext cx="11430000" cy="3810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701" y="1562100"/>
            <a:ext cx="257175" cy="3810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7451" y="1562100"/>
            <a:ext cx="257175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0350" y="15621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0126" y="3124200"/>
            <a:ext cx="171450" cy="3810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-213360" y="304800"/>
            <a:ext cx="1261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15803D"/>
                </a:solidFill>
                <a:latin typeface="Press Start 2P" pitchFamily="34" charset="0"/>
                <a:ea typeface="Press Start 2P" pitchFamily="34" charset="-122"/>
                <a:cs typeface="Press Start 2P" pitchFamily="34" charset="-120"/>
              </a:rPr>
              <a:t>ЭНГИЙН УРАЛДАНТ ТОГЛООМ</a:t>
            </a:r>
            <a:endParaRPr lang="en-US" sz="3600" dirty="0"/>
          </a:p>
        </p:txBody>
      </p:sp>
      <p:sp>
        <p:nvSpPr>
          <p:cNvPr id="12" name="Text 1"/>
          <p:cNvSpPr/>
          <p:nvPr/>
        </p:nvSpPr>
        <p:spPr>
          <a:xfrm>
            <a:off x="2152829" y="990600"/>
            <a:ext cx="78863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HTML, CSS, JavaScript зэрэг вэб технологиудыг ашиглан бүтээсэн</a:t>
            </a:r>
            <a:endParaRPr lang="en-US" sz="1500" dirty="0"/>
          </a:p>
        </p:txBody>
      </p:sp>
      <p:sp>
        <p:nvSpPr>
          <p:cNvPr id="13" name="Text 2"/>
          <p:cNvSpPr/>
          <p:nvPr/>
        </p:nvSpPr>
        <p:spPr>
          <a:xfrm>
            <a:off x="5047208" y="2019300"/>
            <a:ext cx="50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HTML</a:t>
            </a:r>
            <a:endParaRPr lang="en-US" sz="1200" dirty="0"/>
          </a:p>
        </p:txBody>
      </p:sp>
      <p:sp>
        <p:nvSpPr>
          <p:cNvPr id="14" name="Text 3"/>
          <p:cNvSpPr/>
          <p:nvPr/>
        </p:nvSpPr>
        <p:spPr>
          <a:xfrm>
            <a:off x="5776168" y="2019300"/>
            <a:ext cx="3598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CSS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6380857" y="2019300"/>
            <a:ext cx="916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5530944" y="2781300"/>
            <a:ext cx="11299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ЭХЛҮҮЛЭХ</a:t>
            </a:r>
            <a:endParaRPr lang="en-US" sz="1350" dirty="0"/>
          </a:p>
        </p:txBody>
      </p:sp>
      <p:sp>
        <p:nvSpPr>
          <p:cNvPr id="17" name="Text 6"/>
          <p:cNvSpPr/>
          <p:nvPr/>
        </p:nvSpPr>
        <p:spPr>
          <a:xfrm>
            <a:off x="11153924" y="3429000"/>
            <a:ext cx="1062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2025-12-26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86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38300"/>
            <a:ext cx="5486400" cy="8477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171825"/>
            <a:ext cx="5486400" cy="8477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638300"/>
            <a:ext cx="5486400" cy="10287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938337"/>
            <a:ext cx="294233" cy="4286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1642" y="20002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2781300"/>
            <a:ext cx="5486400" cy="1028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081338"/>
            <a:ext cx="257175" cy="4286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143250"/>
            <a:ext cx="257175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3924300"/>
            <a:ext cx="5486400" cy="1295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357688"/>
            <a:ext cx="257175" cy="42862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4419600"/>
            <a:ext cx="257175" cy="304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5334000"/>
            <a:ext cx="5486400" cy="10287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5634038"/>
            <a:ext cx="264616" cy="4286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56908" y="5695950"/>
            <a:ext cx="22860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Тухай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381000" y="1181100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Зорилго</a:t>
            </a:r>
            <a:endParaRPr lang="en-US" sz="2250" dirty="0"/>
          </a:p>
        </p:txBody>
      </p:sp>
      <p:sp>
        <p:nvSpPr>
          <p:cNvPr id="20" name="Text 2"/>
          <p:cNvSpPr/>
          <p:nvPr/>
        </p:nvSpPr>
        <p:spPr>
          <a:xfrm>
            <a:off x="495300" y="1752600"/>
            <a:ext cx="52578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JavaScript-ийг ашиглан хэрхэн интерактив, хөгжилтэй тоглоом бүтээж болохыг харуулах.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381000" y="2714625"/>
            <a:ext cx="548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Уралдааны Горим</a:t>
            </a:r>
            <a:endParaRPr lang="en-US" sz="2250" dirty="0"/>
          </a:p>
        </p:txBody>
      </p:sp>
      <p:sp>
        <p:nvSpPr>
          <p:cNvPr id="22" name="Text 4"/>
          <p:cNvSpPr/>
          <p:nvPr/>
        </p:nvSpPr>
        <p:spPr>
          <a:xfrm>
            <a:off x="495300" y="3286125"/>
            <a:ext cx="52578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Хоёр тоглогчийн горимд тоглогчид гарын "a" болон "s" товчлууруудыг ашиглан урагшлуулж өрсөлдөнө.</a:t>
            </a:r>
            <a:endParaRPr lang="en-US" sz="1500" dirty="0"/>
          </a:p>
        </p:txBody>
      </p:sp>
      <p:sp>
        <p:nvSpPr>
          <p:cNvPr id="23" name="Text 5"/>
          <p:cNvSpPr/>
          <p:nvPr/>
        </p:nvSpPr>
        <p:spPr>
          <a:xfrm>
            <a:off x="6324600" y="1181100"/>
            <a:ext cx="6583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Онцлог Шинж Чанарууд</a:t>
            </a:r>
            <a:endParaRPr lang="en-US" sz="2250" dirty="0"/>
          </a:p>
        </p:txBody>
      </p:sp>
      <p:sp>
        <p:nvSpPr>
          <p:cNvPr id="24" name="Text 6"/>
          <p:cNvSpPr/>
          <p:nvPr/>
        </p:nvSpPr>
        <p:spPr>
          <a:xfrm>
            <a:off x="6847433" y="1752600"/>
            <a:ext cx="48492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Хоёр Тоглогчийн Горим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6847433" y="2019300"/>
            <a:ext cx="48492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Тоглогчид гарын "a" болон "s" товчлуурууда өөрсдийн машиныг урагшлуулж өрсөлдөнө.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6810375" y="2895600"/>
            <a:ext cx="58635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Замын Хөдөлгөөнтэй Анимац</a:t>
            </a:r>
            <a:endParaRPr lang="en-US" sz="1500" dirty="0"/>
          </a:p>
        </p:txBody>
      </p:sp>
      <p:sp>
        <p:nvSpPr>
          <p:cNvPr id="27" name="Text 9"/>
          <p:cNvSpPr/>
          <p:nvPr/>
        </p:nvSpPr>
        <p:spPr>
          <a:xfrm>
            <a:off x="6810375" y="3162300"/>
            <a:ext cx="48863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CSS-ийн `@keyframes` ашиглан замын зургийг хөдөлгөөнд оруулж, машин уралдаж буй сэтгэгдэл төрүүлнэ.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6810375" y="4038600"/>
            <a:ext cx="58635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Ялагчийг Зарлах Систем</a:t>
            </a:r>
            <a:endParaRPr lang="en-US" sz="1500" dirty="0"/>
          </a:p>
        </p:txBody>
      </p:sp>
      <p:sp>
        <p:nvSpPr>
          <p:cNvPr id="29" name="Text 11"/>
          <p:cNvSpPr/>
          <p:nvPr/>
        </p:nvSpPr>
        <p:spPr>
          <a:xfrm>
            <a:off x="6810375" y="4305300"/>
            <a:ext cx="48863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Машинууд барианд хүрэх үед (finish line) аль машин түрүүлснийг тодорхойлж, ялагчийн нэрийг дэлгэцэнд тодоор харуулна.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6817816" y="5448300"/>
            <a:ext cx="58546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Тоглоомыг Дахин Эхлүүлэх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6817816" y="5715000"/>
            <a:ext cx="48788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 дууссаны дараа "START" товч дахин гарч ирж, шинэ тоглоом эхлүүлэх боломжийг олгоно.</a:t>
            </a:r>
            <a:endParaRPr lang="en-US" sz="1350" dirty="0"/>
          </a:p>
        </p:txBody>
      </p:sp>
      <p:sp>
        <p:nvSpPr>
          <p:cNvPr id="32" name="Text 14"/>
          <p:cNvSpPr/>
          <p:nvPr/>
        </p:nvSpPr>
        <p:spPr>
          <a:xfrm>
            <a:off x="381000" y="6515100"/>
            <a:ext cx="1143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6581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76400"/>
            <a:ext cx="5486400" cy="4572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676400"/>
            <a:ext cx="5486400" cy="1028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18669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2819400"/>
            <a:ext cx="5486400" cy="1028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0099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3962400"/>
            <a:ext cx="5486400" cy="1028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1529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5105400"/>
            <a:ext cx="5486400" cy="800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529590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6019800"/>
            <a:ext cx="5486400" cy="800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6210300"/>
            <a:ext cx="228600" cy="3048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Бүтэц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381000" y="1181100"/>
            <a:ext cx="6583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үндсэн элементүүд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533400" y="16764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&lt;body&gt;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&lt;h2&gt;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Эхлэх үү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&lt;/h2&gt;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"gameArea"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"nogoon1.png"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"car1"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&lt;!-- ногоон машин --&gt;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"tsenher1.png"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"car2"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&lt;!-- цэнхэр машин --&gt;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"winText"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&gt;&lt;/div&gt;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&lt;!-- WIN текст --&gt;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&lt;/div&gt;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"btnArea"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"startBtn"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&lt;/button&gt;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&lt;/div&gt;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CAD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&lt;/body&gt;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381000" y="6400800"/>
            <a:ext cx="548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Дээрх кодын хэсэгт ашиглагдсан HTML тагууд болон тэдгээрийн үүрэг: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6324600" y="1181100"/>
            <a:ext cx="6583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Элементүүдийн Тайлбар</a:t>
            </a:r>
            <a:endParaRPr lang="en-US" sz="2250" dirty="0"/>
          </a:p>
        </p:txBody>
      </p:sp>
      <p:sp>
        <p:nvSpPr>
          <p:cNvPr id="20" name="Text 5"/>
          <p:cNvSpPr/>
          <p:nvPr/>
        </p:nvSpPr>
        <p:spPr>
          <a:xfrm>
            <a:off x="6819900" y="18288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 id="gameArea"&gt;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6819900" y="2095500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үндсэн талбайг илэрхийлэх div элемент. Энэ дотор машинууд болон ялагчийн текст байрлана.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6819900" y="2971800"/>
            <a:ext cx="58064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 src="nogoon1.png" id="car1"&gt;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6819900" y="3238500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машиныг илэрхийлэх img элемент. id="car1" нь JavaScript-ээс энэ машиныг удирдах боломжийг олгоно.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6819900" y="4114800"/>
            <a:ext cx="58064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 src="tsenher1.png" id="car2"&gt;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6819900" y="4381500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Цэнхэр машиныг илэрхийлэх img элемент. id="car2" нь JavaScript-ээс энэ машиныг удирдах боломжийг олгоно.</a:t>
            </a:r>
            <a:endParaRPr lang="en-US" sz="1200" dirty="0"/>
          </a:p>
        </p:txBody>
      </p:sp>
      <p:sp>
        <p:nvSpPr>
          <p:cNvPr id="26" name="Text 11"/>
          <p:cNvSpPr/>
          <p:nvPr/>
        </p:nvSpPr>
        <p:spPr>
          <a:xfrm>
            <a:off x="6848475" y="5257800"/>
            <a:ext cx="5292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&lt;div id="winText"&gt;&lt;/div&gt;</a:t>
            </a:r>
            <a:endParaRPr lang="en-US" sz="1500" dirty="0"/>
          </a:p>
        </p:txBody>
      </p:sp>
      <p:sp>
        <p:nvSpPr>
          <p:cNvPr id="27" name="Text 12"/>
          <p:cNvSpPr/>
          <p:nvPr/>
        </p:nvSpPr>
        <p:spPr>
          <a:xfrm>
            <a:off x="6848475" y="5524500"/>
            <a:ext cx="52924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 дуусахад ялагчийн мэдээллийг харуулах div элемент.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6819900" y="6172200"/>
            <a:ext cx="42574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 id="startBtn"&gt;START&lt;/button&gt;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6819900" y="6438900"/>
            <a:ext cx="4257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Тоглоомыг эхлүүлэх үүрэгтэй button элемент.</a:t>
            </a:r>
            <a:endParaRPr lang="en-US" sz="1200" dirty="0"/>
          </a:p>
        </p:txBody>
      </p:sp>
      <p:sp>
        <p:nvSpPr>
          <p:cNvPr id="30" name="Text 15"/>
          <p:cNvSpPr/>
          <p:nvPr/>
        </p:nvSpPr>
        <p:spPr>
          <a:xfrm>
            <a:off x="381000" y="7086600"/>
            <a:ext cx="1143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772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485900"/>
            <a:ext cx="5562600" cy="2628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4229100"/>
            <a:ext cx="5562600" cy="2895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485900"/>
            <a:ext cx="5562600" cy="1371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600200"/>
            <a:ext cx="3048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1676400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2971800"/>
            <a:ext cx="5562600" cy="1371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0861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1623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4457700"/>
            <a:ext cx="5562600" cy="1371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5720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5100" y="4648200"/>
            <a:ext cx="152400" cy="1524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04800" y="304800"/>
            <a:ext cx="1158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Дизайн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304800" y="1028700"/>
            <a:ext cx="667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Харагдах Байдал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419100" y="1485900"/>
            <a:ext cx="5562600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/* Тоглоомын талбай */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#gameArea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400px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background-image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url("zam1.jpg")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background-repeat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repeat-x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background-size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400px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Text 3"/>
          <p:cNvSpPr/>
          <p:nvPr/>
        </p:nvSpPr>
        <p:spPr>
          <a:xfrm>
            <a:off x="419100" y="4229100"/>
            <a:ext cx="55626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/* Машинууд */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250px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#car1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#car2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40px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/* байрлалын утга */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/* байрлалын утга */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6324600" y="1028700"/>
            <a:ext cx="667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Элементүүдийн Байрлал, Өнгө, Хэмжээ</a:t>
            </a:r>
            <a:endParaRPr lang="en-US" sz="2250" dirty="0"/>
          </a:p>
        </p:txBody>
      </p:sp>
      <p:sp>
        <p:nvSpPr>
          <p:cNvPr id="20" name="Text 5"/>
          <p:cNvSpPr/>
          <p:nvPr/>
        </p:nvSpPr>
        <p:spPr>
          <a:xfrm>
            <a:off x="6819900" y="1619250"/>
            <a:ext cx="21290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талбай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6629400" y="1943100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Дэлгэцийн бүх өргөнд тааруулна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629400" y="22098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Тогтмол 400px өндөртэй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6629400" y="2476500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Замын зургийг арын фон болгон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819900" y="3105150"/>
            <a:ext cx="11831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Машинууд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6629400" y="3429000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250px хэмжээтэй, абсолют байрлал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629400" y="3695700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Эхэндээ нууцлагдмал (display: none)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6629400" y="3962400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машинаар нь 40px, цэнхэр - 240px</a:t>
            </a:r>
            <a:endParaRPr lang="en-US" sz="1350" dirty="0"/>
          </a:p>
        </p:txBody>
      </p:sp>
      <p:sp>
        <p:nvSpPr>
          <p:cNvPr id="28" name="Text 13"/>
          <p:cNvSpPr/>
          <p:nvPr/>
        </p:nvSpPr>
        <p:spPr>
          <a:xfrm>
            <a:off x="6819900" y="4591050"/>
            <a:ext cx="16816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Эхлүүлэх товч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6629400" y="4914900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12px 20px доторхи зайтай</a:t>
            </a:r>
            <a:endParaRPr lang="en-US" sz="1350" dirty="0"/>
          </a:p>
        </p:txBody>
      </p:sp>
      <p:sp>
        <p:nvSpPr>
          <p:cNvPr id="30" name="Text 15"/>
          <p:cNvSpPr/>
          <p:nvPr/>
        </p:nvSpPr>
        <p:spPr>
          <a:xfrm>
            <a:off x="6629400" y="5181600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өнгөтэй, цагаан текст</a:t>
            </a:r>
            <a:endParaRPr lang="en-US" sz="1350" dirty="0"/>
          </a:p>
        </p:txBody>
      </p:sp>
      <p:sp>
        <p:nvSpPr>
          <p:cNvPr id="31" name="Text 16"/>
          <p:cNvSpPr/>
          <p:nvPr/>
        </p:nvSpPr>
        <p:spPr>
          <a:xfrm>
            <a:off x="6629400" y="5448300"/>
            <a:ext cx="6172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Хил хязгааргүй (border: none)</a:t>
            </a:r>
            <a:endParaRPr lang="en-US" sz="1350" dirty="0"/>
          </a:p>
        </p:txBody>
      </p:sp>
      <p:sp>
        <p:nvSpPr>
          <p:cNvPr id="32" name="Text 17"/>
          <p:cNvSpPr/>
          <p:nvPr/>
        </p:nvSpPr>
        <p:spPr>
          <a:xfrm>
            <a:off x="304800" y="7277100"/>
            <a:ext cx="1158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734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057275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557463"/>
            <a:ext cx="285750" cy="285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4057650"/>
            <a:ext cx="285750" cy="285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1485900"/>
            <a:ext cx="5562600" cy="2095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4076700"/>
            <a:ext cx="5562600" cy="762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4076700"/>
            <a:ext cx="5562600" cy="7620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5100" y="4343400"/>
            <a:ext cx="457200" cy="2286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5181600"/>
            <a:ext cx="3155454" cy="609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5867400"/>
            <a:ext cx="2883694" cy="609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4494" y="5867400"/>
            <a:ext cx="2200424" cy="609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6553200"/>
            <a:ext cx="2889945" cy="6096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04800" y="304800"/>
            <a:ext cx="1158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Анимац</a:t>
            </a:r>
            <a:endParaRPr lang="en-US" sz="3600" dirty="0"/>
          </a:p>
        </p:txBody>
      </p:sp>
      <p:sp>
        <p:nvSpPr>
          <p:cNvPr id="16" name="Text 1"/>
          <p:cNvSpPr/>
          <p:nvPr/>
        </p:nvSpPr>
        <p:spPr>
          <a:xfrm>
            <a:off x="704850" y="1028700"/>
            <a:ext cx="556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Замын Хөдөлгөөн</a:t>
            </a:r>
            <a:endParaRPr lang="en-US" sz="2250" dirty="0"/>
          </a:p>
        </p:txBody>
      </p:sp>
      <p:sp>
        <p:nvSpPr>
          <p:cNvPr id="17" name="Text 2"/>
          <p:cNvSpPr/>
          <p:nvPr/>
        </p:nvSpPr>
        <p:spPr>
          <a:xfrm>
            <a:off x="304800" y="1447800"/>
            <a:ext cx="556260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хамгийн чухал харагдах байдлын нэг замын хөдөлгөөн юм. Энэ нь тоглогч машинтайгаа урагшилж буй мэт сэтгэгдлийг төрүүлдэг.</a:t>
            </a:r>
            <a:endParaRPr lang="en-US" sz="1500" dirty="0"/>
          </a:p>
        </p:txBody>
      </p:sp>
      <p:sp>
        <p:nvSpPr>
          <p:cNvPr id="18" name="Text 3"/>
          <p:cNvSpPr/>
          <p:nvPr/>
        </p:nvSpPr>
        <p:spPr>
          <a:xfrm>
            <a:off x="704850" y="2528888"/>
            <a:ext cx="556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Keyframes</a:t>
            </a:r>
            <a:endParaRPr lang="en-US" sz="2250" dirty="0"/>
          </a:p>
        </p:txBody>
      </p:sp>
      <p:sp>
        <p:nvSpPr>
          <p:cNvPr id="19" name="Text 4"/>
          <p:cNvSpPr/>
          <p:nvPr/>
        </p:nvSpPr>
        <p:spPr>
          <a:xfrm>
            <a:off x="304800" y="2947988"/>
            <a:ext cx="556260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CSS-ийн </a:t>
            </a:r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@keyframes</a:t>
            </a:r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дүрмийг ашиглан хөдөлгөөнийг тодорхойлно. Энэ нь элементийн стилийг тодорхой хугацааны туршид өөрчлөгдөхийг зааж өгдөг.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704850" y="4029075"/>
            <a:ext cx="556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Машины Урагшлал</a:t>
            </a:r>
            <a:endParaRPr lang="en-US" sz="2250" dirty="0"/>
          </a:p>
        </p:txBody>
      </p:sp>
      <p:sp>
        <p:nvSpPr>
          <p:cNvPr id="21" name="Text 6"/>
          <p:cNvSpPr/>
          <p:nvPr/>
        </p:nvSpPr>
        <p:spPr>
          <a:xfrm>
            <a:off x="304800" y="4448175"/>
            <a:ext cx="55626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background-position-x</a:t>
            </a:r>
            <a:pPr indent="0" marL="0">
              <a:lnSpc>
                <a:spcPts val="2438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шинж чанарыг 0-ээс -1500px хүртэл өөрчилж, замын зургийг зүүн тийш шилжүүлдэг.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6324600" y="1028700"/>
            <a:ext cx="556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Кодын Задаргаа</a:t>
            </a:r>
            <a:endParaRPr lang="en-US" sz="2250" dirty="0"/>
          </a:p>
        </p:txBody>
      </p:sp>
      <p:sp>
        <p:nvSpPr>
          <p:cNvPr id="23" name="Text 8"/>
          <p:cNvSpPr/>
          <p:nvPr/>
        </p:nvSpPr>
        <p:spPr>
          <a:xfrm>
            <a:off x="6438900" y="1485900"/>
            <a:ext cx="55626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.moveRoad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moveBg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@keyframes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moveBg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{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background-position-x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}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       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  {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9CD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background-position-x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B5C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-1500px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}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350" dirty="0"/>
          </a:p>
        </p:txBody>
      </p:sp>
      <p:sp>
        <p:nvSpPr>
          <p:cNvPr id="24" name="Text 9"/>
          <p:cNvSpPr/>
          <p:nvPr/>
        </p:nvSpPr>
        <p:spPr>
          <a:xfrm>
            <a:off x="6324600" y="3733800"/>
            <a:ext cx="556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Анимацын Демонстрац</a:t>
            </a:r>
            <a:endParaRPr lang="en-US" sz="1800" dirty="0"/>
          </a:p>
        </p:txBody>
      </p:sp>
      <p:sp>
        <p:nvSpPr>
          <p:cNvPr id="25" name="Text 10"/>
          <p:cNvSpPr/>
          <p:nvPr/>
        </p:nvSpPr>
        <p:spPr>
          <a:xfrm>
            <a:off x="6324600" y="4876800"/>
            <a:ext cx="1691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0s</a:t>
            </a:r>
            <a:endParaRPr lang="en-US" sz="1050" dirty="0"/>
          </a:p>
        </p:txBody>
      </p:sp>
      <p:sp>
        <p:nvSpPr>
          <p:cNvPr id="26" name="Text 11"/>
          <p:cNvSpPr/>
          <p:nvPr/>
        </p:nvSpPr>
        <p:spPr>
          <a:xfrm>
            <a:off x="11746260" y="4876800"/>
            <a:ext cx="1691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1050" dirty="0"/>
          </a:p>
        </p:txBody>
      </p:sp>
      <p:sp>
        <p:nvSpPr>
          <p:cNvPr id="27" name="Text 12"/>
          <p:cNvSpPr/>
          <p:nvPr/>
        </p:nvSpPr>
        <p:spPr>
          <a:xfrm>
            <a:off x="6400800" y="5257800"/>
            <a:ext cx="300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</a:t>
            </a:r>
            <a:endParaRPr lang="en-US" sz="1350" dirty="0"/>
          </a:p>
        </p:txBody>
      </p:sp>
      <p:sp>
        <p:nvSpPr>
          <p:cNvPr id="28" name="Text 13"/>
          <p:cNvSpPr/>
          <p:nvPr/>
        </p:nvSpPr>
        <p:spPr>
          <a:xfrm>
            <a:off x="6400800" y="5524500"/>
            <a:ext cx="36036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Анимаци нэг удаа дуусахад шаардагдах хугацаа</a:t>
            </a:r>
            <a:endParaRPr lang="en-US" sz="1050" dirty="0"/>
          </a:p>
        </p:txBody>
      </p:sp>
      <p:sp>
        <p:nvSpPr>
          <p:cNvPr id="29" name="Text 14"/>
          <p:cNvSpPr/>
          <p:nvPr/>
        </p:nvSpPr>
        <p:spPr>
          <a:xfrm>
            <a:off x="6400800" y="5943600"/>
            <a:ext cx="27312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1350" dirty="0"/>
          </a:p>
        </p:txBody>
      </p:sp>
      <p:sp>
        <p:nvSpPr>
          <p:cNvPr id="30" name="Text 15"/>
          <p:cNvSpPr/>
          <p:nvPr/>
        </p:nvSpPr>
        <p:spPr>
          <a:xfrm>
            <a:off x="6400800" y="6210300"/>
            <a:ext cx="32775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Анимацийн хурдны муруй. Тогтмол хурдтай.</a:t>
            </a:r>
            <a:endParaRPr lang="en-US" sz="1050" dirty="0"/>
          </a:p>
        </p:txBody>
      </p:sp>
      <p:sp>
        <p:nvSpPr>
          <p:cNvPr id="31" name="Text 16"/>
          <p:cNvSpPr/>
          <p:nvPr/>
        </p:nvSpPr>
        <p:spPr>
          <a:xfrm>
            <a:off x="9360694" y="5943600"/>
            <a:ext cx="20480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</a:t>
            </a:r>
            <a:endParaRPr lang="en-US" sz="1350" dirty="0"/>
          </a:p>
        </p:txBody>
      </p:sp>
      <p:sp>
        <p:nvSpPr>
          <p:cNvPr id="32" name="Text 17"/>
          <p:cNvSpPr/>
          <p:nvPr/>
        </p:nvSpPr>
        <p:spPr>
          <a:xfrm>
            <a:off x="9360694" y="6210300"/>
            <a:ext cx="24576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Анимаци тасралтгүй давтагдана.</a:t>
            </a:r>
            <a:endParaRPr lang="en-US" sz="1050" dirty="0"/>
          </a:p>
        </p:txBody>
      </p:sp>
      <p:sp>
        <p:nvSpPr>
          <p:cNvPr id="33" name="Text 18"/>
          <p:cNvSpPr/>
          <p:nvPr/>
        </p:nvSpPr>
        <p:spPr>
          <a:xfrm>
            <a:off x="6400800" y="6629400"/>
            <a:ext cx="27375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-1500px</a:t>
            </a:r>
            <a:endParaRPr lang="en-US" sz="1350" dirty="0"/>
          </a:p>
        </p:txBody>
      </p:sp>
      <p:sp>
        <p:nvSpPr>
          <p:cNvPr id="34" name="Text 19"/>
          <p:cNvSpPr/>
          <p:nvPr/>
        </p:nvSpPr>
        <p:spPr>
          <a:xfrm>
            <a:off x="6400800" y="6896100"/>
            <a:ext cx="32850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Замын зургийн хөндлөн байрлалын төгсгөл</a:t>
            </a:r>
            <a:endParaRPr lang="en-US" sz="1050" dirty="0"/>
          </a:p>
        </p:txBody>
      </p:sp>
      <p:sp>
        <p:nvSpPr>
          <p:cNvPr id="35" name="Text 20"/>
          <p:cNvSpPr/>
          <p:nvPr/>
        </p:nvSpPr>
        <p:spPr>
          <a:xfrm>
            <a:off x="304800" y="7239000"/>
            <a:ext cx="1158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239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20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333500"/>
            <a:ext cx="5715000" cy="838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" y="1447800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15240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247900"/>
            <a:ext cx="5715000" cy="1104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" y="2362200"/>
            <a:ext cx="3048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75" y="24384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3429000"/>
            <a:ext cx="5715000" cy="1104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900" y="35433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9575" y="36195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1333500"/>
            <a:ext cx="5715000" cy="2895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4305300"/>
            <a:ext cx="5715000" cy="3695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48400" y="8077200"/>
            <a:ext cx="5715000" cy="26289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228600" y="228600"/>
            <a:ext cx="1173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Удирдлага</a:t>
            </a:r>
            <a:endParaRPr lang="en-US" sz="3600" dirty="0"/>
          </a:p>
        </p:txBody>
      </p:sp>
      <p:sp>
        <p:nvSpPr>
          <p:cNvPr id="17" name="Text 1"/>
          <p:cNvSpPr/>
          <p:nvPr/>
        </p:nvSpPr>
        <p:spPr>
          <a:xfrm>
            <a:off x="228600" y="9144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Логик</a:t>
            </a:r>
            <a:endParaRPr lang="en-US" sz="2250" dirty="0"/>
          </a:p>
        </p:txBody>
      </p:sp>
      <p:sp>
        <p:nvSpPr>
          <p:cNvPr id="18" name="Text 2"/>
          <p:cNvSpPr/>
          <p:nvPr/>
        </p:nvSpPr>
        <p:spPr>
          <a:xfrm>
            <a:off x="723900" y="1466850"/>
            <a:ext cx="2110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 Эхлүүлэх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723900" y="1790700"/>
            <a:ext cx="6126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товч дээр дарахад тоглоомыг бэлдэх.</a:t>
            </a:r>
            <a:endParaRPr lang="en-US" sz="1350" dirty="0"/>
          </a:p>
        </p:txBody>
      </p:sp>
      <p:sp>
        <p:nvSpPr>
          <p:cNvPr id="20" name="Text 4"/>
          <p:cNvSpPr/>
          <p:nvPr/>
        </p:nvSpPr>
        <p:spPr>
          <a:xfrm>
            <a:off x="723900" y="2381250"/>
            <a:ext cx="21806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Тоглогчийн Үйлдэл</a:t>
            </a:r>
            <a:endParaRPr lang="en-US" sz="1500" dirty="0"/>
          </a:p>
        </p:txBody>
      </p:sp>
      <p:sp>
        <p:nvSpPr>
          <p:cNvPr id="21" name="Text 5"/>
          <p:cNvSpPr/>
          <p:nvPr/>
        </p:nvSpPr>
        <p:spPr>
          <a:xfrm>
            <a:off x="723900" y="2705100"/>
            <a:ext cx="510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"a" товч ногоон машиныг, "s" товч цэнхэр машиныг урагшлуулна.</a:t>
            </a:r>
            <a:endParaRPr lang="en-US" sz="1350" dirty="0"/>
          </a:p>
        </p:txBody>
      </p:sp>
      <p:sp>
        <p:nvSpPr>
          <p:cNvPr id="22" name="Text 6"/>
          <p:cNvSpPr/>
          <p:nvPr/>
        </p:nvSpPr>
        <p:spPr>
          <a:xfrm>
            <a:off x="723900" y="356235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Ялалтын Нөхцөл</a:t>
            </a:r>
            <a:endParaRPr lang="en-US" sz="1500" dirty="0"/>
          </a:p>
        </p:txBody>
      </p:sp>
      <p:sp>
        <p:nvSpPr>
          <p:cNvPr id="23" name="Text 7"/>
          <p:cNvSpPr/>
          <p:nvPr/>
        </p:nvSpPr>
        <p:spPr>
          <a:xfrm>
            <a:off x="723900" y="3886200"/>
            <a:ext cx="510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Машинууд барианд хүрэх үед ялагчийг тодорхойлж тоглоомыг зогсоодог.</a:t>
            </a:r>
            <a:endParaRPr lang="en-US" sz="1350" dirty="0"/>
          </a:p>
        </p:txBody>
      </p:sp>
      <p:sp>
        <p:nvSpPr>
          <p:cNvPr id="24" name="Text 8"/>
          <p:cNvSpPr/>
          <p:nvPr/>
        </p:nvSpPr>
        <p:spPr>
          <a:xfrm>
            <a:off x="6248400" y="9144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Код</a:t>
            </a:r>
            <a:endParaRPr lang="en-US" sz="2250" dirty="0"/>
          </a:p>
        </p:txBody>
      </p:sp>
      <p:sp>
        <p:nvSpPr>
          <p:cNvPr id="25" name="Text 9"/>
          <p:cNvSpPr/>
          <p:nvPr/>
        </p:nvSpPr>
        <p:spPr>
          <a:xfrm>
            <a:off x="6362700" y="1333500"/>
            <a:ext cx="5715000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startBtn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addEventListener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"click"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() =&gt; {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.style.left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"0px"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.style.left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"0px"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.style.display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.style.display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gameStarted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true;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gameArea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.classList.add(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"moveRoad"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6362700" y="4305300"/>
            <a:ext cx="5715000" cy="3695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addEventListener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"keydown"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=&gt; {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(!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gameStarted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.key ===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{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27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ногоон машин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+= 50;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.style.left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"px"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"Ногоон машин хожлоо"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.key ===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{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27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цэнхэр машин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+= 50;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.style.left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"px"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cgo2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"Цэнхэр машин хожлоо"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car2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})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6362700" y="8077200"/>
            <a:ext cx="5715000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0FA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winnerCar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{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gameStarted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false;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gameArea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.classList.remove(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"moveRoad"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winText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.innerHTML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winText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.style.display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winnerCar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.style.transition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"all 0.5s ease"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8BE9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winnerCar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.style.transform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"scale(1.3)"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79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startBtn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.style.display =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1F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"block"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1350" dirty="0"/>
          </a:p>
        </p:txBody>
      </p:sp>
      <p:sp>
        <p:nvSpPr>
          <p:cNvPr id="28" name="Text 12"/>
          <p:cNvSpPr/>
          <p:nvPr/>
        </p:nvSpPr>
        <p:spPr>
          <a:xfrm>
            <a:off x="228600" y="108204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76400"/>
            <a:ext cx="5486400" cy="1524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429000"/>
            <a:ext cx="5486400" cy="1866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019300"/>
            <a:ext cx="5486400" cy="173727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4076700"/>
            <a:ext cx="5486400" cy="19431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Ажиллагаа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381000" y="1181100"/>
            <a:ext cx="65836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Товчлуурын Удирдлага</a:t>
            </a:r>
            <a:endParaRPr lang="en-US" sz="2250" dirty="0"/>
          </a:p>
        </p:txBody>
      </p:sp>
      <p:sp>
        <p:nvSpPr>
          <p:cNvPr id="10" name="Text 2"/>
          <p:cNvSpPr/>
          <p:nvPr/>
        </p:nvSpPr>
        <p:spPr>
          <a:xfrm>
            <a:off x="704850" y="1847850"/>
            <a:ext cx="50809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1193899" y="1828800"/>
            <a:ext cx="31132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Машины Удирдлага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1193899" y="2095500"/>
            <a:ext cx="31132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Ногоон машиныг урагшлуулах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704850" y="2533650"/>
            <a:ext cx="49544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1181249" y="2514600"/>
            <a:ext cx="3120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Цэнхэр Машины Удирдлага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1181249" y="2781300"/>
            <a:ext cx="31203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Цэнхэр машиныг урагшлуулах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533400" y="35814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JavaScript-ийн Тухай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571500" y="3924300"/>
            <a:ext cx="5372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Тоглогчид гарын товчлууруудыг ашиглан машинуудаа удирддаг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571500" y="4533900"/>
            <a:ext cx="6446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keydown event ашиглан товчлуурын даралтыг шалгадаг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571500" y="4876800"/>
            <a:ext cx="6446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 эхлээгүй бол гарын товчлуурын үйлдлийг үл тооно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324600" y="11811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Барианы Шугам ба Ялагчийг Тодорхойлох Систем</a:t>
            </a:r>
            <a:endParaRPr lang="en-US" sz="2250" dirty="0"/>
          </a:p>
        </p:txBody>
      </p:sp>
      <p:sp>
        <p:nvSpPr>
          <p:cNvPr id="21" name="Text 13"/>
          <p:cNvSpPr/>
          <p:nvPr/>
        </p:nvSpPr>
        <p:spPr>
          <a:xfrm>
            <a:off x="6477000" y="4229100"/>
            <a:ext cx="6217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Ялагчийг Тодорхойлох Систем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6515100" y="4572000"/>
            <a:ext cx="6446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Барианы шугам 1700 пикселийн утгатай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6515100" y="4914900"/>
            <a:ext cx="6446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JavaScript-ийн if нөхцөл ашиглан ялагчийг шалгадаг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515100" y="5257800"/>
            <a:ext cx="6446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win() функцийг дуудаж тоглоомыг зогсоодог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515100" y="5600700"/>
            <a:ext cx="6446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Ялагчийн текст болон машиныг тодорхойлох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381000" y="6286500"/>
            <a:ext cx="1143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144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81100"/>
            <a:ext cx="3657600" cy="2743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90650"/>
            <a:ext cx="555724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50" y="152400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1181100"/>
            <a:ext cx="3657600" cy="27432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13716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7725" y="1504950"/>
            <a:ext cx="17145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3400" y="1181100"/>
            <a:ext cx="3657600" cy="2743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43900" y="1390650"/>
            <a:ext cx="527447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3323" y="15240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6191250"/>
            <a:ext cx="228600" cy="2286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381000" y="381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Дүгнэлт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1279624" y="1371600"/>
            <a:ext cx="256847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Технологиудын Уялдаа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571500" y="2133600"/>
            <a:ext cx="3276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 технологиудыг хослуулснаар энгийн боловч бүрэн ажиллагаатай уралдааны тоглоомыг амжилттай бүтээж, вэб хөгжүүлэлтийн суурь ойлголтуудыг практикт хэрэгжүүлэх боломжийг харуулсан юм.</a:t>
            </a:r>
            <a:endParaRPr lang="en-US" sz="1350" dirty="0"/>
          </a:p>
        </p:txBody>
      </p:sp>
      <p:sp>
        <p:nvSpPr>
          <p:cNvPr id="17" name="Text 3"/>
          <p:cNvSpPr/>
          <p:nvPr/>
        </p:nvSpPr>
        <p:spPr>
          <a:xfrm>
            <a:off x="5181600" y="1504950"/>
            <a:ext cx="30396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Хөгжүүлэлтийн Ололт</a:t>
            </a:r>
            <a:endParaRPr lang="en-US" sz="1800" dirty="0"/>
          </a:p>
        </p:txBody>
      </p:sp>
      <p:sp>
        <p:nvSpPr>
          <p:cNvPr id="18" name="Text 4"/>
          <p:cNvSpPr/>
          <p:nvPr/>
        </p:nvSpPr>
        <p:spPr>
          <a:xfrm>
            <a:off x="4457700" y="2095500"/>
            <a:ext cx="3276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Тоглоомын бүтэц, дизайн, хөдөлгөөн, удирдлага зэргийг хэрхэн хэрэгжүүлсэн талаар танилцуулж, эдгээр технологийн уялдаа холбоог ойлгуулахыг зорьсон.</a:t>
            </a:r>
            <a:endParaRPr lang="en-US" sz="1350" dirty="0"/>
          </a:p>
        </p:txBody>
      </p:sp>
      <p:sp>
        <p:nvSpPr>
          <p:cNvPr id="19" name="Text 5"/>
          <p:cNvSpPr/>
          <p:nvPr/>
        </p:nvSpPr>
        <p:spPr>
          <a:xfrm>
            <a:off x="9023747" y="1371600"/>
            <a:ext cx="259675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Хэрэглээний Боломжууд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8343900" y="2133600"/>
            <a:ext cx="3276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Энэхүү тоглоом нь вэб хөгжүүлэлтийн үндсэн технологиудыг ашиглан хэрхэн интерактив, хөгжилтэй тоглоом бүтээж болохыг харууллаа. Энэ нь дараагийн хөгжүүлэлтийн суурь болно.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685800" y="6172200"/>
            <a:ext cx="24042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Бүрэн Дууссан</a:t>
            </a:r>
            <a:endParaRPr lang="en-US" sz="1800" dirty="0"/>
          </a:p>
        </p:txBody>
      </p:sp>
      <p:sp>
        <p:nvSpPr>
          <p:cNvPr id="22" name="Text 8"/>
          <p:cNvSpPr/>
          <p:nvPr/>
        </p:nvSpPr>
        <p:spPr>
          <a:xfrm>
            <a:off x="11588472" y="6229350"/>
            <a:ext cx="2225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2025-12-26T08:48:44Z</dcterms:created>
  <dcterms:modified xsi:type="dcterms:W3CDTF">2025-12-26T08:48:44Z</dcterms:modified>
</cp:coreProperties>
</file>